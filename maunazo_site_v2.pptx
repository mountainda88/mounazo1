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B0C0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750" y="8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118731A-5293-1F35-9805-BD5FE75BA6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8A6BFDDC-BD4E-0CFF-8230-2B72F1063E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4D9FF87-613C-49C5-FC25-0465C79D1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073B3-07CA-4517-BE9F-A6F356E5087C}" type="datetimeFigureOut">
              <a:rPr kumimoji="1" lang="ja-JP" altLang="en-US" smtClean="0"/>
              <a:t>2026/8/27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64D5565-F71A-26E2-3D89-F43245C95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D2E01D7-A5F6-B938-6770-6B0EF304C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1551B-E145-4B1F-BCDC-516461AF61D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275859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33A2646-0A57-CAEF-2671-5C1FEACC69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B13ABF9-8962-A1BF-24E3-9289DB5D97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FDFF47D-E247-59DA-02E1-190286270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073B3-07CA-4517-BE9F-A6F356E5087C}" type="datetimeFigureOut">
              <a:rPr kumimoji="1" lang="ja-JP" altLang="en-US" smtClean="0"/>
              <a:t>2026/8/27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EAC1DBD-6702-884C-BE25-21E06C725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35A025F-8AFD-29B6-FADE-C2E686228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1551B-E145-4B1F-BCDC-516461AF61D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185122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3BC658-1BCF-F00A-57BD-33722BC899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3C64412-FA2E-E6A7-9948-C92984E3A7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374ABDC-D127-7906-4EA4-726192BC1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073B3-07CA-4517-BE9F-A6F356E5087C}" type="datetimeFigureOut">
              <a:rPr kumimoji="1" lang="ja-JP" altLang="en-US" smtClean="0"/>
              <a:t>2026/8/27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74633D3-0D4D-A25D-C0A8-2401B8DF68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0FE1D9E-D344-E176-DA49-3E8475C48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1551B-E145-4B1F-BCDC-516461AF61D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11549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91A081E-0746-A9EA-0F31-A7A00C0E89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C162C03-8FAD-42B6-1AA8-4E5F24B40A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4071442-37A6-2ECE-5A00-654E6A1993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AB4BFF5-13F6-8663-DA7D-63CCD0DA7F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073B3-07CA-4517-BE9F-A6F356E5087C}" type="datetimeFigureOut">
              <a:rPr kumimoji="1" lang="ja-JP" altLang="en-US" smtClean="0"/>
              <a:t>2026/8/27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E0DD77F-7C55-150D-A4FC-4542B3F69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0EF0C0E-FCBE-85BE-7BBE-2034BE420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1551B-E145-4B1F-BCDC-516461AF61D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411246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97A4DEA-75F0-E85B-8896-F9AB05A78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7AF471-FD02-4C5A-BDBF-3FCC265EA7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80CB643-CF71-F49F-A055-3B05C25F6A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89E22097-64D3-AC7D-B27F-DDF2B934B8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7385BD44-F6EF-65F5-DA67-D6991C3689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B6AFF3C-9D3D-8B3F-CC94-27ED529BF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073B3-07CA-4517-BE9F-A6F356E5087C}" type="datetimeFigureOut">
              <a:rPr kumimoji="1" lang="ja-JP" altLang="en-US" smtClean="0"/>
              <a:t>2026/8/27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9369C9BE-F27A-1763-1E53-A407A5941A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5892015B-415E-6C45-0BC5-3E16518FE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1551B-E145-4B1F-BCDC-516461AF61D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527375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9B21425-6012-FBD2-0397-58A8DF724A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C13E758-9A2F-E6DF-E101-DE0728DBA5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073B3-07CA-4517-BE9F-A6F356E5087C}" type="datetimeFigureOut">
              <a:rPr kumimoji="1" lang="ja-JP" altLang="en-US" smtClean="0"/>
              <a:t>2026/8/27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F7C5EA9C-D787-8B79-652D-55EAFD98EB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58B6F4BB-A675-B9B0-BBD2-5D9E8CD17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1551B-E145-4B1F-BCDC-516461AF61D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58281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D1B9D7D3-5B0B-9787-BE65-38CB14C919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073B3-07CA-4517-BE9F-A6F356E5087C}" type="datetimeFigureOut">
              <a:rPr kumimoji="1" lang="ja-JP" altLang="en-US" smtClean="0"/>
              <a:t>2026/8/27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AAC112E6-3AEC-B896-512A-FE93F453D1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1D3EFE1-5FE6-AEF9-F6C7-FB4E009AD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1551B-E145-4B1F-BCDC-516461AF61D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575886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F146C36-33B6-6278-AB8D-F6EE6EB1FC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8257B91-5BDB-559E-42FD-C5C06CBD55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EAEB21B-83F7-DB25-A86C-BF954691DE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F12776D-12F8-C83B-7535-69A2ECF34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073B3-07CA-4517-BE9F-A6F356E5087C}" type="datetimeFigureOut">
              <a:rPr kumimoji="1" lang="ja-JP" altLang="en-US" smtClean="0"/>
              <a:t>2026/8/27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0750538-5688-33EF-1199-DB4790D8E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5F06EFA-5580-2A74-25BC-A1C02754C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1551B-E145-4B1F-BCDC-516461AF61D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884218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8C5AA94-04FE-2485-2DFB-17D814DFC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9E185825-A6C5-BF52-834A-CE5E55F318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1CA38F7-4AD1-C501-A385-C9FF0F0A3E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DD1E499-2DA0-D689-4642-996A065FCC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073B3-07CA-4517-BE9F-A6F356E5087C}" type="datetimeFigureOut">
              <a:rPr kumimoji="1" lang="ja-JP" altLang="en-US" smtClean="0"/>
              <a:t>2026/8/27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9BDDB05-D2D7-A61B-E9A6-87E5456A46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F8B42B3-89CB-93C9-04CA-C63C5F6BA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1551B-E145-4B1F-BCDC-516461AF61D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038524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257B5-2C7C-F398-9E25-BF561E644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9FEF005-10AE-A10F-4730-FDCAE39933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07309B7-2EDA-5BF6-C04E-5DE9A9B92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073B3-07CA-4517-BE9F-A6F356E5087C}" type="datetimeFigureOut">
              <a:rPr kumimoji="1" lang="ja-JP" altLang="en-US" smtClean="0"/>
              <a:t>2026/8/27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1D54AA0-CD9B-E1A2-731E-2537BA35DC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E81F2B6-AEF8-706B-69F0-10580115F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1551B-E145-4B1F-BCDC-516461AF61D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192657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4F977F31-0D8B-CD4D-66F3-383FCA8695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50179FA-ECCA-08D4-B23F-F2390DF000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D73FDF8-05A0-7CD1-DABD-9A52D34C3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073B3-07CA-4517-BE9F-A6F356E5087C}" type="datetimeFigureOut">
              <a:rPr kumimoji="1" lang="ja-JP" altLang="en-US" smtClean="0"/>
              <a:t>2026/8/27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F627696-83E6-5EAD-F102-EBFC6A457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6F8F93F-BC10-C4C9-88EF-7DA59A690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1551B-E145-4B1F-BCDC-516461AF61D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959865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59255543-FDFB-E5DA-9D71-8FE08588F5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F1A7DF2-55FA-45BD-5B89-83D47C0A7B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6C6EFFD-5F7F-D1B8-7FA8-CD09603F2D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6073B3-07CA-4517-BE9F-A6F356E5087C}" type="datetimeFigureOut">
              <a:rPr kumimoji="1" lang="ja-JP" altLang="en-US" smtClean="0"/>
              <a:t>2026/8/27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5F0930A-C535-943D-D8B1-3C4627D0A6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6160838-4138-A70D-3170-16355A4E71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C1551B-E145-4B1F-BCDC-516461AF61D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2067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図 8">
            <a:extLst>
              <a:ext uri="{FF2B5EF4-FFF2-40B4-BE49-F238E27FC236}">
                <a16:creationId xmlns:a16="http://schemas.microsoft.com/office/drawing/2014/main" id="{9AF44810-6508-CFFE-7AFF-BF89C768CB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006" y="1061942"/>
            <a:ext cx="11077987" cy="5126705"/>
          </a:xfrm>
          <a:prstGeom prst="rect">
            <a:avLst/>
          </a:prstGeom>
        </p:spPr>
      </p:pic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2001A2DA-4893-B53F-B6E2-328D68DC2088}"/>
              </a:ext>
            </a:extLst>
          </p:cNvPr>
          <p:cNvSpPr/>
          <p:nvPr/>
        </p:nvSpPr>
        <p:spPr>
          <a:xfrm>
            <a:off x="3905250" y="5276850"/>
            <a:ext cx="4019550" cy="911797"/>
          </a:xfrm>
          <a:prstGeom prst="rect">
            <a:avLst/>
          </a:prstGeom>
          <a:solidFill>
            <a:srgbClr val="0B0C0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469977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174</TotalTime>
  <Words>0</Words>
  <Application>Microsoft Office PowerPoint</Application>
  <PresentationFormat>ワイド画面</PresentationFormat>
  <Paragraphs>0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山田　真之</dc:creator>
  <cp:lastModifiedBy>山田　真之</cp:lastModifiedBy>
  <cp:revision>1</cp:revision>
  <dcterms:created xsi:type="dcterms:W3CDTF">2026-08-26T17:01:50Z</dcterms:created>
  <dcterms:modified xsi:type="dcterms:W3CDTF">2026-08-26T19:56:01Z</dcterms:modified>
</cp:coreProperties>
</file>